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4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4F34-BE5B-C787-5EE4-CD4E4C16C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CBB62-C829-EFFF-4A51-F238FAB29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95DA1-61D8-4798-30D9-7929BCB8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3D3EF-B95A-87C5-54F0-4AB51E76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1397-DFD7-A241-23C2-C7A2695D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3611-27DD-ED75-65D7-C5D78B29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E8E7-D9B8-45E1-BF4B-5AD7DB5FB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B90D5-EA52-D1D1-9BC9-83570F29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D2653-09F7-AF6E-3007-9339F588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B47B-F5A6-0021-E316-24F087FA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3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B312-61C5-3CC6-C2B6-129D8EDE9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DAF1A-B03D-9547-6D9D-656726874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17B06-A57B-4267-E6D3-E65DDA8B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EE213-59E1-0A97-C02B-2C97F366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0A630-5010-C05E-6358-D4A1BDAE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9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2A48-2DD7-335B-E5CF-E92CB21D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42508-342C-CED6-E82A-51F087FBF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91D10-9990-DA32-E40F-089807F00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15909-B4BC-0262-8B57-4A30B49E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D2067-E53C-306D-0F72-8E9440A1A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E7625-9DEB-DF8F-E6BB-ACA994D2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6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CFAEB-78E0-77C6-6B6C-C464896A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47193-45A3-6246-8781-78A6177BE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5F0EB-F2B3-C4DD-024D-E77083880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2C7EA-DF37-265E-EFBE-710515B1B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DD85E-0D4D-FE2F-D13C-DDAA3D797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98C58-A616-65A1-9A32-827FB482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0AA90-D46C-A9E2-DC8D-B323F3EE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8D0F1-AFB6-EFFE-C15B-8EAC5494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99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4512-807D-43A3-E328-2145B450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3B141-84CC-B579-FDC9-F86B3341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08BF4-CDAA-1A06-7206-E72571F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AF6EC-995C-62B5-2EDF-DA3F493B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2A5E4-641C-08F7-8DC6-C6A46222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9BB74-8AA7-0559-A90D-8AF1C1A3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3899E-719E-DF5E-E0C6-5FAB3672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0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370C-901A-5214-90D5-8C40B6C66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FC71-0FF0-488D-ECF5-BE5D78BD3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5CFF3-D611-CE6E-D866-254B160A0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55996-2543-0A5E-B423-1F1D8C9C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7CAA6-BB6D-D0AE-3A56-A1CFE467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2A5F8-6395-74E3-C228-3B08DAEA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BBD8-0F77-D212-D8BA-18EBBB6F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A7F23-4273-E42E-8216-F4FE03C76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E8834-7487-2146-DF36-9D9AF497A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CEB84-4FBC-4B85-A456-781D4ED4C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C7ADE-C5B3-7593-4503-40AEE84B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09A86-41B4-8BB6-71DE-B1A775CD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2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A994-315D-CE49-3782-090B4762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ECDC-49CD-7EB0-DD7A-C4BEC0434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48F75-1103-DE04-8953-DF3206E6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05695-AC67-A2C5-0E09-E5E781AA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01EFD-5AE1-6944-FEB9-C38EEB3B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0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BD70C-0816-1186-A329-2352E4442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3537D-D2C2-E007-26A3-7965DB835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936A-C12C-5C72-4171-91318249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0FCD-113A-1FBE-9C8A-EDF912F6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89BB7-76F2-A9FC-6169-3AAEA1C4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7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C1DD95-162F-7E2F-A022-F794944B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35932-152C-9BF3-5DBC-34C417AF2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9661E-2398-C664-68D2-38434ED71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BDD50-037E-4B81-B8EC-6469229DA7F0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E625C-59E0-8771-D97D-FABC289CA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6B6FE-32CC-4E2B-0549-884EE49DD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12353-7070-4CF1-87F0-63232463E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7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6011A0-B9C8-1C1B-5EEA-5F2E949B2FC8}"/>
              </a:ext>
            </a:extLst>
          </p:cNvPr>
          <p:cNvSpPr/>
          <p:nvPr/>
        </p:nvSpPr>
        <p:spPr>
          <a:xfrm>
            <a:off x="5289430" y="146649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MemberData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24A51-418D-2B48-03E8-59F33E3A1BC2}"/>
              </a:ext>
            </a:extLst>
          </p:cNvPr>
          <p:cNvSpPr/>
          <p:nvPr/>
        </p:nvSpPr>
        <p:spPr>
          <a:xfrm>
            <a:off x="5289429" y="85114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members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D949F-FFCB-369D-9739-56956EFD0D01}"/>
              </a:ext>
            </a:extLst>
          </p:cNvPr>
          <p:cNvSpPr/>
          <p:nvPr/>
        </p:nvSpPr>
        <p:spPr>
          <a:xfrm>
            <a:off x="1870493" y="85114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title-info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B226D-7833-616D-9593-39E0A33668A5}"/>
              </a:ext>
            </a:extLst>
          </p:cNvPr>
          <p:cNvSpPr/>
          <p:nvPr/>
        </p:nvSpPr>
        <p:spPr>
          <a:xfrm>
            <a:off x="8708365" y="85114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committees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329E7-1E37-ED98-0866-5DC1B5EC36F4}"/>
              </a:ext>
            </a:extLst>
          </p:cNvPr>
          <p:cNvSpPr/>
          <p:nvPr/>
        </p:nvSpPr>
        <p:spPr>
          <a:xfrm>
            <a:off x="257351" y="1831676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congress-num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F2B36A-2583-7239-2D66-E65580E2A8BE}"/>
              </a:ext>
            </a:extLst>
          </p:cNvPr>
          <p:cNvSpPr/>
          <p:nvPr/>
        </p:nvSpPr>
        <p:spPr>
          <a:xfrm>
            <a:off x="257350" y="243265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congress-text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DE4739-6B7B-91E5-6657-7A4574DF68F1}"/>
              </a:ext>
            </a:extLst>
          </p:cNvPr>
          <p:cNvSpPr/>
          <p:nvPr/>
        </p:nvSpPr>
        <p:spPr>
          <a:xfrm>
            <a:off x="257348" y="3033621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4E656E-56EE-C590-04A4-21481EA1C646}"/>
              </a:ext>
            </a:extLst>
          </p:cNvPr>
          <p:cNvSpPr/>
          <p:nvPr/>
        </p:nvSpPr>
        <p:spPr>
          <a:xfrm>
            <a:off x="257348" y="3634598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majority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7AFC9E0-03BB-22F6-4DA5-0842BC43933F}"/>
              </a:ext>
            </a:extLst>
          </p:cNvPr>
          <p:cNvCxnSpPr>
            <a:cxnSpLocks/>
            <a:stCxn id="10" idx="3"/>
            <a:endCxn id="8" idx="2"/>
          </p:cNvCxnSpPr>
          <p:nvPr/>
        </p:nvCxnSpPr>
        <p:spPr>
          <a:xfrm flipV="1">
            <a:off x="1870490" y="1230702"/>
            <a:ext cx="806573" cy="79075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CFCC7E9-344B-663D-2041-D7E201BA7CA4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flipV="1">
            <a:off x="1870489" y="1230702"/>
            <a:ext cx="806574" cy="139172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03ADE1E-296B-C38B-A9B5-491EA3A22052}"/>
              </a:ext>
            </a:extLst>
          </p:cNvPr>
          <p:cNvCxnSpPr>
            <a:cxnSpLocks/>
            <a:stCxn id="12" idx="3"/>
            <a:endCxn id="8" idx="2"/>
          </p:cNvCxnSpPr>
          <p:nvPr/>
        </p:nvCxnSpPr>
        <p:spPr>
          <a:xfrm flipV="1">
            <a:off x="1870487" y="1230702"/>
            <a:ext cx="806576" cy="19927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CFAAC19-C81C-6A28-23B5-54A1F4166C88}"/>
              </a:ext>
            </a:extLst>
          </p:cNvPr>
          <p:cNvCxnSpPr>
            <a:cxnSpLocks/>
            <a:stCxn id="13" idx="3"/>
            <a:endCxn id="8" idx="2"/>
          </p:cNvCxnSpPr>
          <p:nvPr/>
        </p:nvCxnSpPr>
        <p:spPr>
          <a:xfrm flipV="1">
            <a:off x="1870487" y="1230702"/>
            <a:ext cx="806576" cy="25936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770593D-A9F3-B3E6-FC44-D0CE4371A61B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rot="10800000" flipV="1">
            <a:off x="3483632" y="336429"/>
            <a:ext cx="1805798" cy="7044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B5C9B05-D5F6-9A90-66E3-1C25A31D63E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5933536" y="688675"/>
            <a:ext cx="324929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E41BDE7-8EF2-E885-AE57-C2C72617098B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6902569" y="336430"/>
            <a:ext cx="1805796" cy="7044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06D3A6B-CBC1-933B-B4AD-9CB3FC6F1F3F}"/>
              </a:ext>
            </a:extLst>
          </p:cNvPr>
          <p:cNvSpPr/>
          <p:nvPr/>
        </p:nvSpPr>
        <p:spPr>
          <a:xfrm>
            <a:off x="3676290" y="1547004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member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FAEE497-66C0-1102-B1E3-90CCAEB190F3}"/>
              </a:ext>
            </a:extLst>
          </p:cNvPr>
          <p:cNvCxnSpPr>
            <a:cxnSpLocks/>
            <a:stCxn id="37" idx="1"/>
            <a:endCxn id="7" idx="2"/>
          </p:cNvCxnSpPr>
          <p:nvPr/>
        </p:nvCxnSpPr>
        <p:spPr>
          <a:xfrm rot="10800000" flipH="1">
            <a:off x="3676289" y="1230703"/>
            <a:ext cx="2419709" cy="506083"/>
          </a:xfrm>
          <a:prstGeom prst="bentConnector4">
            <a:avLst>
              <a:gd name="adj1" fmla="val -9447"/>
              <a:gd name="adj2" fmla="val 687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0BD37BC-A955-7E4E-4464-9895B2A278EF}"/>
              </a:ext>
            </a:extLst>
          </p:cNvPr>
          <p:cNvSpPr/>
          <p:nvPr/>
        </p:nvSpPr>
        <p:spPr>
          <a:xfrm>
            <a:off x="5289429" y="2116347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statedistrict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5F2809C-931B-B8AD-9297-2FD0BE63B6A7}"/>
              </a:ext>
            </a:extLst>
          </p:cNvPr>
          <p:cNvCxnSpPr>
            <a:cxnSpLocks/>
            <a:stCxn id="37" idx="2"/>
            <a:endCxn id="41" idx="1"/>
          </p:cNvCxnSpPr>
          <p:nvPr/>
        </p:nvCxnSpPr>
        <p:spPr>
          <a:xfrm rot="16200000" flipH="1">
            <a:off x="4696363" y="1713062"/>
            <a:ext cx="379562" cy="80656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515F73E-BEA7-18D8-1D09-262BF99D0371}"/>
              </a:ext>
            </a:extLst>
          </p:cNvPr>
          <p:cNvSpPr/>
          <p:nvPr/>
        </p:nvSpPr>
        <p:spPr>
          <a:xfrm>
            <a:off x="5289428" y="268569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member-info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F3CBFE5-02BB-8055-FCD9-7C64B7B156F4}"/>
              </a:ext>
            </a:extLst>
          </p:cNvPr>
          <p:cNvCxnSpPr>
            <a:cxnSpLocks/>
            <a:stCxn id="37" idx="2"/>
            <a:endCxn id="46" idx="1"/>
          </p:cNvCxnSpPr>
          <p:nvPr/>
        </p:nvCxnSpPr>
        <p:spPr>
          <a:xfrm rot="16200000" flipH="1">
            <a:off x="4411692" y="1997734"/>
            <a:ext cx="948905" cy="8065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798F45E-6689-9CD1-F35C-A089DC893628}"/>
              </a:ext>
            </a:extLst>
          </p:cNvPr>
          <p:cNvSpPr/>
          <p:nvPr/>
        </p:nvSpPr>
        <p:spPr>
          <a:xfrm>
            <a:off x="6902567" y="3255036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namelist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F9EE4F5-8A38-F4CF-D4E0-67A8CAE87ADF}"/>
              </a:ext>
            </a:extLst>
          </p:cNvPr>
          <p:cNvCxnSpPr>
            <a:cxnSpLocks/>
            <a:endCxn id="50" idx="1"/>
          </p:cNvCxnSpPr>
          <p:nvPr/>
        </p:nvCxnSpPr>
        <p:spPr>
          <a:xfrm rot="16200000" flipH="1">
            <a:off x="6024831" y="2567080"/>
            <a:ext cx="948905" cy="8065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00C0D05-EF8D-C40C-3EAE-F26CDFC3493F}"/>
              </a:ext>
            </a:extLst>
          </p:cNvPr>
          <p:cNvSpPr/>
          <p:nvPr/>
        </p:nvSpPr>
        <p:spPr>
          <a:xfrm>
            <a:off x="6902566" y="382438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bioguideID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F28FE25-7914-4541-D0B6-B2CA0A42FD10}"/>
              </a:ext>
            </a:extLst>
          </p:cNvPr>
          <p:cNvCxnSpPr>
            <a:cxnSpLocks/>
            <a:stCxn id="46" idx="2"/>
            <a:endCxn id="52" idx="1"/>
          </p:cNvCxnSpPr>
          <p:nvPr/>
        </p:nvCxnSpPr>
        <p:spPr>
          <a:xfrm rot="16200000" flipH="1">
            <a:off x="6024828" y="3136422"/>
            <a:ext cx="948909" cy="8065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8634FC6-2D75-93B2-409A-D5A8CBA1E961}"/>
              </a:ext>
            </a:extLst>
          </p:cNvPr>
          <p:cNvSpPr/>
          <p:nvPr/>
        </p:nvSpPr>
        <p:spPr>
          <a:xfrm>
            <a:off x="3671254" y="401416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member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BB0F559-288D-3128-71E3-3EBCCFFFA2E0}"/>
              </a:ext>
            </a:extLst>
          </p:cNvPr>
          <p:cNvSpPr/>
          <p:nvPr/>
        </p:nvSpPr>
        <p:spPr>
          <a:xfrm>
            <a:off x="5284393" y="4583503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statedistrict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C504ED9-0CBD-1EF6-452C-F35C3627331A}"/>
              </a:ext>
            </a:extLst>
          </p:cNvPr>
          <p:cNvCxnSpPr>
            <a:cxnSpLocks/>
            <a:stCxn id="57" idx="2"/>
            <a:endCxn id="58" idx="1"/>
          </p:cNvCxnSpPr>
          <p:nvPr/>
        </p:nvCxnSpPr>
        <p:spPr>
          <a:xfrm rot="16200000" flipH="1">
            <a:off x="4691327" y="4180218"/>
            <a:ext cx="379562" cy="80656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BD2311DE-BC83-F983-425E-227D3B2D2FC2}"/>
              </a:ext>
            </a:extLst>
          </p:cNvPr>
          <p:cNvSpPr/>
          <p:nvPr/>
        </p:nvSpPr>
        <p:spPr>
          <a:xfrm>
            <a:off x="5284392" y="5152846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member-info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C7455DC-25FD-545F-E38C-40B714729B95}"/>
              </a:ext>
            </a:extLst>
          </p:cNvPr>
          <p:cNvCxnSpPr>
            <a:cxnSpLocks/>
            <a:stCxn id="57" idx="2"/>
            <a:endCxn id="60" idx="1"/>
          </p:cNvCxnSpPr>
          <p:nvPr/>
        </p:nvCxnSpPr>
        <p:spPr>
          <a:xfrm rot="16200000" flipH="1">
            <a:off x="4406656" y="4464890"/>
            <a:ext cx="948905" cy="8065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B3A5128-08B9-61A6-5F79-37586B24526E}"/>
              </a:ext>
            </a:extLst>
          </p:cNvPr>
          <p:cNvSpPr/>
          <p:nvPr/>
        </p:nvSpPr>
        <p:spPr>
          <a:xfrm>
            <a:off x="6897531" y="5722192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namelist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ED5A6D86-50F0-65BA-384F-38F108464128}"/>
              </a:ext>
            </a:extLst>
          </p:cNvPr>
          <p:cNvCxnSpPr>
            <a:cxnSpLocks/>
            <a:endCxn id="62" idx="1"/>
          </p:cNvCxnSpPr>
          <p:nvPr/>
        </p:nvCxnSpPr>
        <p:spPr>
          <a:xfrm rot="16200000" flipH="1">
            <a:off x="6019795" y="5034236"/>
            <a:ext cx="948905" cy="8065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8E2133E-EBAD-15BA-5C69-70FCB0346364}"/>
              </a:ext>
            </a:extLst>
          </p:cNvPr>
          <p:cNvSpPr/>
          <p:nvPr/>
        </p:nvSpPr>
        <p:spPr>
          <a:xfrm>
            <a:off x="6897530" y="6291536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bioguideID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7A2D55F-CCEE-8140-14C1-AEE228BCFB83}"/>
              </a:ext>
            </a:extLst>
          </p:cNvPr>
          <p:cNvCxnSpPr>
            <a:cxnSpLocks/>
            <a:stCxn id="60" idx="2"/>
            <a:endCxn id="64" idx="1"/>
          </p:cNvCxnSpPr>
          <p:nvPr/>
        </p:nvCxnSpPr>
        <p:spPr>
          <a:xfrm rot="16200000" flipH="1">
            <a:off x="6019792" y="5603578"/>
            <a:ext cx="948909" cy="80656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ED47036D-EA11-5E7E-880E-DAAE621C243B}"/>
              </a:ext>
            </a:extLst>
          </p:cNvPr>
          <p:cNvCxnSpPr>
            <a:cxnSpLocks/>
            <a:stCxn id="57" idx="1"/>
            <a:endCxn id="7" idx="2"/>
          </p:cNvCxnSpPr>
          <p:nvPr/>
        </p:nvCxnSpPr>
        <p:spPr>
          <a:xfrm rot="10800000" flipH="1">
            <a:off x="3671253" y="1230703"/>
            <a:ext cx="2424745" cy="2973239"/>
          </a:xfrm>
          <a:prstGeom prst="bentConnector4">
            <a:avLst>
              <a:gd name="adj1" fmla="val -9428"/>
              <a:gd name="adj2" fmla="val 9468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77165383-62AA-D381-6E96-2E42FEE9D598}"/>
              </a:ext>
            </a:extLst>
          </p:cNvPr>
          <p:cNvSpPr/>
          <p:nvPr/>
        </p:nvSpPr>
        <p:spPr>
          <a:xfrm>
            <a:off x="8036219" y="1547001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committee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43019C0-934D-D61B-6023-E7689A3F55D2}"/>
              </a:ext>
            </a:extLst>
          </p:cNvPr>
          <p:cNvCxnSpPr>
            <a:cxnSpLocks/>
            <a:stCxn id="70" idx="1"/>
            <a:endCxn id="9" idx="2"/>
          </p:cNvCxnSpPr>
          <p:nvPr/>
        </p:nvCxnSpPr>
        <p:spPr>
          <a:xfrm rot="10800000" flipH="1">
            <a:off x="8036219" y="1230702"/>
            <a:ext cx="1478716" cy="506080"/>
          </a:xfrm>
          <a:prstGeom prst="bentConnector4">
            <a:avLst>
              <a:gd name="adj1" fmla="val -15459"/>
              <a:gd name="adj2" fmla="val 687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BFA14CFA-0E82-83F8-908D-2F35C95825FF}"/>
              </a:ext>
            </a:extLst>
          </p:cNvPr>
          <p:cNvSpPr/>
          <p:nvPr/>
        </p:nvSpPr>
        <p:spPr>
          <a:xfrm>
            <a:off x="9675235" y="2116347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committee-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57042F2-E45E-F8FB-902B-24043728D447}"/>
              </a:ext>
            </a:extLst>
          </p:cNvPr>
          <p:cNvSpPr/>
          <p:nvPr/>
        </p:nvSpPr>
        <p:spPr>
          <a:xfrm>
            <a:off x="9675235" y="2685690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ratio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09E2013-EB6A-E47E-CC93-E9E3B2116A9E}"/>
              </a:ext>
            </a:extLst>
          </p:cNvPr>
          <p:cNvSpPr/>
          <p:nvPr/>
        </p:nvSpPr>
        <p:spPr>
          <a:xfrm>
            <a:off x="9675235" y="3255036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subcommittee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E547749-19F4-C179-9196-D6F6D3B8FFCF}"/>
              </a:ext>
            </a:extLst>
          </p:cNvPr>
          <p:cNvSpPr/>
          <p:nvPr/>
        </p:nvSpPr>
        <p:spPr>
          <a:xfrm>
            <a:off x="9675235" y="3824379"/>
            <a:ext cx="1613139" cy="379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subcommittee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A4275116-C547-78A6-6141-FB63A4B3B99E}"/>
              </a:ext>
            </a:extLst>
          </p:cNvPr>
          <p:cNvCxnSpPr>
            <a:cxnSpLocks/>
            <a:stCxn id="70" idx="2"/>
            <a:endCxn id="76" idx="1"/>
          </p:cNvCxnSpPr>
          <p:nvPr/>
        </p:nvCxnSpPr>
        <p:spPr>
          <a:xfrm rot="16200000" flipH="1">
            <a:off x="9069230" y="1700122"/>
            <a:ext cx="379565" cy="8324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1265FAFD-A7F4-9E5E-25BC-8EC321FFBACC}"/>
              </a:ext>
            </a:extLst>
          </p:cNvPr>
          <p:cNvCxnSpPr>
            <a:cxnSpLocks/>
            <a:stCxn id="70" idx="2"/>
            <a:endCxn id="77" idx="1"/>
          </p:cNvCxnSpPr>
          <p:nvPr/>
        </p:nvCxnSpPr>
        <p:spPr>
          <a:xfrm rot="16200000" flipH="1">
            <a:off x="8784558" y="1984794"/>
            <a:ext cx="948908" cy="8324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BA539F73-32DE-B447-74C6-CEEA626A0D5F}"/>
              </a:ext>
            </a:extLst>
          </p:cNvPr>
          <p:cNvCxnSpPr>
            <a:cxnSpLocks/>
            <a:stCxn id="70" idx="2"/>
            <a:endCxn id="78" idx="1"/>
          </p:cNvCxnSpPr>
          <p:nvPr/>
        </p:nvCxnSpPr>
        <p:spPr>
          <a:xfrm rot="16200000" flipH="1">
            <a:off x="8499885" y="2269467"/>
            <a:ext cx="1518254" cy="8324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7AA39F3B-3825-EB3D-6ECC-5BC7E9EECBE9}"/>
              </a:ext>
            </a:extLst>
          </p:cNvPr>
          <p:cNvCxnSpPr>
            <a:cxnSpLocks/>
            <a:stCxn id="70" idx="2"/>
            <a:endCxn id="79" idx="1"/>
          </p:cNvCxnSpPr>
          <p:nvPr/>
        </p:nvCxnSpPr>
        <p:spPr>
          <a:xfrm rot="16200000" flipH="1">
            <a:off x="8215214" y="2554138"/>
            <a:ext cx="2087597" cy="83244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32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Keegan</dc:creator>
  <cp:lastModifiedBy>Brian Keegan</cp:lastModifiedBy>
  <cp:revision>2</cp:revision>
  <dcterms:created xsi:type="dcterms:W3CDTF">2023-09-05T01:25:03Z</dcterms:created>
  <dcterms:modified xsi:type="dcterms:W3CDTF">2023-09-05T01:46:23Z</dcterms:modified>
</cp:coreProperties>
</file>